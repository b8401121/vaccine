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Microsoft JhengHei"/>
              </a:defRPr>
            </a:pPr>
            <a:r>
              <a:t>何謂 Vibe Coding？</a:t>
            </a:r>
          </a:p>
          <a:p>
            <a:pPr>
              <a:spcBef>
                <a:spcPts val="1200"/>
              </a:spcBef>
              <a:defRPr sz="2200" b="1">
                <a:solidFill>
                  <a:srgbClr val="F8FAFC"/>
                </a:solidFill>
                <a:latin typeface="Microsoft JhengHei"/>
              </a:defRPr>
            </a:pPr>
            <a:r>
              <a:t>從「台灣預防接種指南助手」看 AI 時代人機共創的全新軟體開發典範</a:t>
            </a:r>
          </a:p>
          <a:p>
            <a:pPr>
              <a:spcBef>
                <a:spcPts val="2000"/>
              </a:spcBef>
              <a:defRPr sz="1400">
                <a:solidFill>
                  <a:srgbClr val="2DD4BF"/>
                </a:solidFill>
                <a:latin typeface="Microsoft JhengHei"/>
              </a:defRPr>
            </a:pPr>
            <a:r>
              <a:t>實務專案案例剖析 ‧ 概念解析 ‧ 人機角色蛻變 ‧ 醫療輔助系統全端落地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icrosoft JhengHei"/>
              </a:defRPr>
            </a:pPr>
            <a:r>
              <a:t>1. 什麼是 Vibe Coding？核心定義與概念演進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由前 Tesla AI 總監、OpenAI 共同創辦人 Andrej Karpathy 於 2025 年初提出的顛覆性概念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💡 Vibe Coding 的核心定義  [全新心智模型]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開發者不再逐字手寫語法，而是以「直覺、意圖與自然語言對話」引導 AI。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開發者的角色轉變為【總架構師】與【產品質檢官 (Director &amp; Reviewer)】。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重點放在「想要什麼體驗 (Vibe) 與核心邏輯」，讓 AI Agent 負責底層實作、修復報錯、編譯與跨平台部署。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👉 『You just see stuff, say stuff, run stuff, and copy-paste stuff. It works.』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⚡ 傳統開發 vs. Vibe Coding 對比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【傳統寫程式 (Traditional Coding)】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手動查閱 API 文件、記憶語言語法細節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耗費大量時間手寫刻苦的 boilerplate 樣板代碼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遭遇跨平台 (Web/Android/NDK) 編譯地獄時耗費數天排錯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【Vibe Coding 人機協作】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領域專家（如醫師/產品經理）直接以臨床業務邏輯下達指令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AI 即刻進行法規文獻查證、Rust 算法撰寫、Wasm 封裝、APK 簽署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敏捷迭代：一個需求在數分鐘內完成跨平台發布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icrosoft JhengHei"/>
              </a:defRPr>
            </a:pPr>
            <a:r>
              <a:t>2. 實戰案例剖析：台灣預防接種指南助手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以真實複雜的醫療系統為例——如何透過 Vibe Coding 完成四端同步開發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🏥 臨床專業意圖 (Doctor's Intent)  [Prompt as Logic]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「診所需要算公自費疫苗時程」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「7歲以上兒童有生長曲線嗎？」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「要能支援 iOS 相機直掃日曆」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「家長改日期如果提早，要給予醫療理由警示」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👉 使用者完全不需要寫任何一行 C++/Rust/Gradle，只需專注於【醫療核心邏輯】與【使用體驗】。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🤖 AI Agent 自主架構與執行  [Agent Execution]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即時上網搜尋並查核 2024 最新衛福部國健署標準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撰寫高效且嚴謹的 Rust 演算法核心 (vaccine-core)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編譯 WebAssembly 驅動 GitHub Pages 純前端運算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自動配置 Android NDK / Clang 工具鏈打包簽署 APK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生成 iCalendar (.ics) / VEVENT 規範數據流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🚀 跨平台成果落地 (Deliverables)  [Multi-Platform]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1. 🌐 GitHub Pages 靜態無伺服器網站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2. 📱 Android 原生 arm64 簽署 APK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3. 💻 Windows 單一免安裝獨立綠色版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4. 🍏 iOS 相機直掃 iCal 日曆提醒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✨ 從單一構想到四端落地，全由對話驅動！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icrosoft JhengHei"/>
              </a:defRPr>
            </a:pPr>
            <a:r>
              <a:t>3. Vibe Coding 的四步驟高頻迭代循環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從自然語言對話到跨平台生產環境交付的完整閉環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Step 1: 意圖表達 (Intent)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使用者提出自然語言需求</a:t>
            </a:r>
            <a:br/>
            <a:r>
              <a:t>例如：「加入iOS行事曆QR Code」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👉 立即進入下一輪反饋循環 (Feedback 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Step 2: 查核與架構 (Plan)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AI 搜尋法規、規劃資料結構</a:t>
            </a:r>
            <a:br/>
            <a:r>
              <a:t>設計前後端資料串接格式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👉 立即進入下一輪反饋循環 (Feedback Loop)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Step 3: 實現與編譯 (Build)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AI 撰寫程式碼、呼叫編譯器</a:t>
            </a:r>
            <a:br/>
            <a:r>
              <a:t>自動解決語法錯誤與依賴項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👉 立即進入下一輪反饋循環 (Feedback Loop)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Step 4: 驗證與發布 (Deploy)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產出 APK、推送到 GitHub</a:t>
            </a:r>
            <a:br/>
            <a:r>
              <a:t>使用者即刻在手機/網頁體驗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👉 立即進入下一輪反饋循環 (Feedback Loop)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icrosoft JhengHei"/>
              </a:defRPr>
            </a:pPr>
            <a:r>
              <a:t>4. Vibe Coding 成功落地的三大支柱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為什麼本專案能做到又快又穩？底層的技術架構支撐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1. Skill 與上下文沉澱  [Persistent Memory]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建立專屬 SKILL.md 開發規範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將 NDK 環境變數、Wasm 序列化規範、Git 部署指令結構化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讓 AI 每次重啟都能維持統一水準，不遺忘專案背景知識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2. 工具調用能力 (Tool Calling)  [Autonomous Agent]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具備終端機 (PowerShell)、網路搜尋、檔案精確替換工具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遇到 Android 編譯錯誤時，AI 能自主讀取報錯並修正 Rust / Gradle 配置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真正的【自主除錯 (Self-Healing)】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3. 領域專業引導 (Domain Knowledge)  [Human-in-the-Loop]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人類的不可替代性在於【臨床專業判斷】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審核疫苗間隔邏輯是否合規、評估使用者互動體驗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領域專家 + 強大 AI = 專業級系統迅速誕生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icrosoft JhengHei"/>
              </a:defRPr>
            </a:pPr>
            <a:r>
              <a:t>5. 總結：軟體開發的文藝復興時代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每個人都能成為自己領域的數位架構師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🚀 核心啟示 (Key Takeaways)  [Summary]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1. 程式碼不再是壁壘：思想與領域知識 (Domain Knowledge) 才是核心價值。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2. 敏捷的極致體現：從醫療想法到多端上線僅需數小時，大幅降低創新試錯成本。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3. 架構思維 &gt; 語法記憶：掌握系統設計與需求拆解能力，比死記 API 更具競爭力。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🌟 未來展望 (The Future of Creation)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醫生可以為診所打造最合身的醫療輔助系統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老師可以為學生建構客製化的互動教學軟體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Microsoft JhengHei"/>
              </a:defRPr>
            </a:pPr>
            <a:r>
              <a:t>• 創業家可以在一天內驗證並發布 MVP 產品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Microsoft JhengHei"/>
              </a:defRPr>
            </a:pPr>
            <a:r>
              <a:t>✨ 『在 AI 時代，你的想像力與專業知識，就是最強大的程式語言。』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